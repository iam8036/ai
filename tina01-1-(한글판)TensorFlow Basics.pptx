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6" r:id="rId1"/>
    <p:sldMasterId id="2147483677" r:id="rId2"/>
  </p:sldMasterIdLst>
  <p:notesMasterIdLst>
    <p:notesMasterId r:id="rId11"/>
  </p:notesMasterIdLst>
  <p:sldIdLst>
    <p:sldId id="277" r:id="rId3"/>
    <p:sldId id="275" r:id="rId4"/>
    <p:sldId id="278" r:id="rId5"/>
    <p:sldId id="279" r:id="rId6"/>
    <p:sldId id="280" r:id="rId7"/>
    <p:sldId id="281" r:id="rId8"/>
    <p:sldId id="282" r:id="rId9"/>
    <p:sldId id="28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E6E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48" autoAdjust="0"/>
  </p:normalViewPr>
  <p:slideViewPr>
    <p:cSldViewPr snapToGrid="0">
      <p:cViewPr varScale="1">
        <p:scale>
          <a:sx n="125" d="100"/>
          <a:sy n="125" d="100"/>
        </p:scale>
        <p:origin x="11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8339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952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6216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1856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2204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4464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Shape 2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0082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44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body" idx="1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8776952" y="19475"/>
            <a:ext cx="367048" cy="1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3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 txBox="1">
            <a:spLocks noGrp="1"/>
          </p:cNvSpPr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457200" marR="0" lvl="0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 4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sz="37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457200" marR="0" lvl="0" indent="-457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Shape 78"/>
          <p:cNvSpPr txBox="1">
            <a:spLocks noGrp="1"/>
          </p:cNvSpPr>
          <p:nvPr>
            <p:ph type="sldNum" idx="12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sz="9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>
            <a:spLocks noGrp="1"/>
          </p:cNvSpPr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1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>
            <a:spLocks noGrp="1"/>
          </p:cNvSpPr>
          <p:nvPr>
            <p:ph type="pic" idx="2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sldNum" idx="12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pic" idx="2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3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body" idx="1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7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Shape 95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 txBox="1">
            <a:spLocks noGrp="1"/>
          </p:cNvSpPr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Shape 98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/>
          </p:cNvSpPr>
          <p:nvPr>
            <p:ph type="pic" idx="2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Shape 101"/>
          <p:cNvSpPr txBox="1">
            <a:spLocks noGrp="1"/>
          </p:cNvSpPr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Shape 102"/>
          <p:cNvSpPr txBox="1">
            <a:spLocks noGrp="1"/>
          </p:cNvSpPr>
          <p:nvPr>
            <p:ph type="body" idx="1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457200" marR="0" lvl="0" indent="-29845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457200" marR="0" lvl="0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sz="1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pic" idx="2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pic" idx="3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pic" idx="4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Shape 111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1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body" idx="2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Shape 115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/>
          </p:cNvSpPr>
          <p:nvPr>
            <p:ph type="pic" idx="2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177800" marR="0" lvl="0" indent="-177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68300" marR="0" lvl="1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571500" marR="0" lvl="2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87400" marR="0" lvl="3" indent="-2667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65200" marR="0" lvl="4" indent="-2794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168400" marR="0" lvl="5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333500" marR="0" lvl="6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511300" marR="0" lvl="7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676400" marR="0" lvl="8" indent="-3048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Shape 118"/>
          <p:cNvSpPr txBox="1">
            <a:spLocks noGrp="1"/>
          </p:cNvSpPr>
          <p:nvPr>
            <p:ph type="sldNum" idx="12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sz="9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sz="3000" b="1" i="0" u="none" strike="noStrike" cap="non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b" anchorCtr="0">
            <a:noAutofit/>
          </a:bodyPr>
          <a:lstStyle/>
          <a:p>
            <a:pPr lvl="0"/>
            <a:r>
              <a:rPr lang="en" sz="2700" dirty="0" smtClean="0"/>
              <a:t>TensorFlow</a:t>
            </a:r>
            <a:endParaRPr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sz="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Shape 127"/>
          <p:cNvSpPr txBox="1"/>
          <p:nvPr/>
        </p:nvSpPr>
        <p:spPr>
          <a:xfrm>
            <a:off x="1279125" y="3208031"/>
            <a:ext cx="65859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/>
          <a:p>
            <a:pPr algn="ctr"/>
            <a:r>
              <a:rPr lang="en-US" sz="1900" dirty="0">
                <a:latin typeface="Gill Sans"/>
                <a:ea typeface="Gill Sans"/>
                <a:cs typeface="Gill Sans"/>
                <a:sym typeface="Gill Sans"/>
              </a:rPr>
              <a:t>iamtina@gist.ac.kr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Gill Sans"/>
              <a:ea typeface="Gill Sans"/>
              <a:cs typeface="Gill Sans"/>
              <a:sym typeface="Gill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dirty="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350520" y="361027"/>
            <a:ext cx="541020" cy="5029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54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tensorflow</a:t>
            </a:r>
            <a:r>
              <a:rPr lang="en-US" sz="2000" dirty="0"/>
              <a:t> as </a:t>
            </a:r>
            <a:r>
              <a:rPr lang="en-US" sz="2000" dirty="0" err="1"/>
              <a:t>tf</a:t>
            </a:r>
            <a:endParaRPr lang="en-US" sz="2000" dirty="0"/>
          </a:p>
          <a:p>
            <a:r>
              <a:rPr lang="en-US" sz="2000" dirty="0"/>
              <a:t>hello = </a:t>
            </a:r>
            <a:r>
              <a:rPr lang="en-US" sz="2000" dirty="0" err="1"/>
              <a:t>tf.constant</a:t>
            </a:r>
            <a:r>
              <a:rPr lang="en-US" sz="2000" dirty="0"/>
              <a:t>(["Hello, </a:t>
            </a:r>
            <a:r>
              <a:rPr lang="en-US" sz="2000" dirty="0" err="1"/>
              <a:t>TensorFlow</a:t>
            </a:r>
            <a:r>
              <a:rPr lang="en-US" sz="2000" dirty="0"/>
              <a:t>!"])</a:t>
            </a:r>
          </a:p>
          <a:p>
            <a:r>
              <a:rPr lang="en-US" sz="2000" dirty="0"/>
              <a:t>print(hello)</a:t>
            </a:r>
          </a:p>
          <a:p>
            <a:endParaRPr lang="en-US" sz="20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91540" y="2230369"/>
            <a:ext cx="6195060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50" charset="-127"/>
                <a:ea typeface="Courier New" panose="02070309020205020404" pitchFamily="49" charset="0"/>
              </a:rPr>
              <a:t>Tensor("Const_1:0", shape=(1,),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 Unicode MS" panose="020B0604020202020204" pitchFamily="50" charset="-127"/>
                <a:ea typeface="Courier New" panose="02070309020205020404" pitchFamily="49" charset="0"/>
              </a:rPr>
              <a:t>=string)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a=</a:t>
            </a:r>
            <a:r>
              <a:rPr lang="en-US" sz="2000" dirty="0" err="1"/>
              <a:t>tf.constant</a:t>
            </a:r>
            <a:r>
              <a:rPr lang="en-US" sz="2000" dirty="0"/>
              <a:t>(10)</a:t>
            </a:r>
          </a:p>
          <a:p>
            <a:r>
              <a:rPr lang="en-US" sz="2000" dirty="0"/>
              <a:t>b=</a:t>
            </a:r>
            <a:r>
              <a:rPr lang="en-US" sz="2000" dirty="0" err="1"/>
              <a:t>tf.constant</a:t>
            </a:r>
            <a:r>
              <a:rPr lang="en-US" sz="2000" dirty="0"/>
              <a:t>(32)</a:t>
            </a:r>
          </a:p>
          <a:p>
            <a:r>
              <a:rPr lang="en-US" sz="2000" dirty="0"/>
              <a:t>c=</a:t>
            </a:r>
            <a:r>
              <a:rPr lang="en-US" sz="2000" dirty="0" err="1"/>
              <a:t>tf.add</a:t>
            </a:r>
            <a:r>
              <a:rPr lang="en-US" sz="2000" dirty="0"/>
              <a:t>(</a:t>
            </a:r>
            <a:r>
              <a:rPr lang="en-US" sz="2000" dirty="0" err="1"/>
              <a:t>a,b</a:t>
            </a:r>
            <a:r>
              <a:rPr lang="en-US" sz="2000" dirty="0"/>
              <a:t>)</a:t>
            </a:r>
          </a:p>
          <a:p>
            <a:r>
              <a:rPr lang="en-US" sz="2000" dirty="0"/>
              <a:t>print(c)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45820" y="2575712"/>
            <a:ext cx="4523674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Tensor("Add:0", shape=(),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=int32) </a:t>
            </a:r>
          </a:p>
        </p:txBody>
      </p:sp>
    </p:spTree>
    <p:extLst>
      <p:ext uri="{BB962C8B-B14F-4D97-AF65-F5344CB8AC3E}">
        <p14:creationId xmlns:p14="http://schemas.microsoft.com/office/powerpoint/2010/main" val="437300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sess</a:t>
            </a:r>
            <a:r>
              <a:rPr lang="en-US" sz="2000" dirty="0"/>
              <a:t> = </a:t>
            </a:r>
            <a:r>
              <a:rPr lang="en-US" sz="2000" dirty="0" err="1"/>
              <a:t>tf.Session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r>
              <a:rPr lang="en-US" sz="2000" dirty="0"/>
              <a:t>print(</a:t>
            </a:r>
            <a:r>
              <a:rPr lang="en-US" sz="2000" dirty="0" err="1"/>
              <a:t>sess.run</a:t>
            </a:r>
            <a:r>
              <a:rPr lang="en-US" sz="2000" dirty="0"/>
              <a:t>(hello))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sess.run</a:t>
            </a:r>
            <a:r>
              <a:rPr lang="en-US" sz="2000" dirty="0"/>
              <a:t>([</a:t>
            </a:r>
            <a:r>
              <a:rPr lang="en-US" sz="2000" dirty="0" err="1"/>
              <a:t>a,b,c</a:t>
            </a:r>
            <a:r>
              <a:rPr lang="en-US" sz="2000" dirty="0"/>
              <a:t>]))</a:t>
            </a:r>
          </a:p>
          <a:p>
            <a:endParaRPr lang="en-US" sz="2000" dirty="0"/>
          </a:p>
          <a:p>
            <a:r>
              <a:rPr lang="en-US" sz="2000" dirty="0" err="1"/>
              <a:t>sess.close</a:t>
            </a:r>
            <a:r>
              <a:rPr lang="en-US" sz="2000" dirty="0"/>
              <a:t>()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45820" y="3290351"/>
            <a:ext cx="3949799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b'Hello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,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TensorFlow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!'] [10, 32, 42]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45820" y="3708230"/>
            <a:ext cx="8210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b :  byte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51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X = </a:t>
            </a:r>
            <a:r>
              <a:rPr lang="en-US" sz="2000" dirty="0" err="1"/>
              <a:t>tf.placeholder</a:t>
            </a:r>
            <a:r>
              <a:rPr lang="en-US" sz="2000" dirty="0"/>
              <a:t> (tf.float32, [None, 3])</a:t>
            </a:r>
          </a:p>
          <a:p>
            <a:r>
              <a:rPr lang="en-US" sz="2000" dirty="0"/>
              <a:t>print(X)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45820" y="1705391"/>
            <a:ext cx="6062557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Tensor("Placeholder:0", shape=(?, 3),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=float32)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792480" y="2544277"/>
            <a:ext cx="5775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x_data</a:t>
            </a:r>
            <a:r>
              <a:rPr lang="en-US" sz="2000" dirty="0"/>
              <a:t> = [[1,2,3], [4,5,6]]</a:t>
            </a:r>
          </a:p>
          <a:p>
            <a:r>
              <a:rPr lang="en-US" sz="2000" dirty="0"/>
              <a:t>print(</a:t>
            </a:r>
            <a:r>
              <a:rPr lang="en-US" sz="2000" dirty="0" err="1"/>
              <a:t>x_data</a:t>
            </a:r>
            <a:r>
              <a:rPr lang="en-US" sz="2000" dirty="0"/>
              <a:t>)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899160" y="3450300"/>
            <a:ext cx="2055050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[[1, 2, 3], [4, 5, 6]] </a:t>
            </a:r>
          </a:p>
        </p:txBody>
      </p:sp>
    </p:spTree>
    <p:extLst>
      <p:ext uri="{BB962C8B-B14F-4D97-AF65-F5344CB8AC3E}">
        <p14:creationId xmlns:p14="http://schemas.microsoft.com/office/powerpoint/2010/main" val="325350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</a:t>
            </a:r>
            <a:r>
              <a:rPr lang="en-US" sz="2000" dirty="0"/>
              <a:t>=</a:t>
            </a:r>
            <a:r>
              <a:rPr lang="en-US" sz="2000" dirty="0" err="1"/>
              <a:t>tf.Variable</a:t>
            </a:r>
            <a:r>
              <a:rPr lang="en-US" sz="2000" dirty="0"/>
              <a:t>(</a:t>
            </a:r>
            <a:r>
              <a:rPr lang="en-US" sz="2000" dirty="0" err="1"/>
              <a:t>tf.random_normal</a:t>
            </a:r>
            <a:r>
              <a:rPr lang="en-US" sz="2000" dirty="0"/>
              <a:t>([3,2]))</a:t>
            </a:r>
          </a:p>
          <a:p>
            <a:r>
              <a:rPr lang="en-US" sz="2000" dirty="0">
                <a:solidFill>
                  <a:srgbClr val="C00000"/>
                </a:solidFill>
              </a:rPr>
              <a:t>b</a:t>
            </a:r>
            <a:r>
              <a:rPr lang="en-US" sz="2000" dirty="0"/>
              <a:t>=</a:t>
            </a:r>
            <a:r>
              <a:rPr lang="en-US" sz="2000" dirty="0" err="1"/>
              <a:t>tf.Variable</a:t>
            </a:r>
            <a:r>
              <a:rPr lang="en-US" sz="2000" dirty="0"/>
              <a:t>(</a:t>
            </a:r>
            <a:r>
              <a:rPr lang="en-US" sz="2000" dirty="0" err="1"/>
              <a:t>tf.random_normal</a:t>
            </a:r>
            <a:r>
              <a:rPr lang="en-US" sz="2000" dirty="0"/>
              <a:t>([2,1</a:t>
            </a:r>
            <a:r>
              <a:rPr lang="en-US" sz="2000" dirty="0" smtClean="0"/>
              <a:t>]))</a:t>
            </a:r>
          </a:p>
          <a:p>
            <a:r>
              <a:rPr lang="en-US" sz="2000" dirty="0"/>
              <a:t>print(W)</a:t>
            </a:r>
          </a:p>
          <a:p>
            <a:r>
              <a:rPr lang="en-US" sz="2000" dirty="0"/>
              <a:t>print(b)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92480" y="2260163"/>
            <a:ext cx="6747040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&lt;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tf.Variable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 'Variable_2:0' shape=(3, 2)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=float32_ref</a:t>
            </a: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&lt;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tf.Variable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 'Variable_3:0' shape=(2, 1)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=float32_ref&gt; </a:t>
            </a:r>
          </a:p>
        </p:txBody>
      </p:sp>
    </p:spTree>
    <p:extLst>
      <p:ext uri="{BB962C8B-B14F-4D97-AF65-F5344CB8AC3E}">
        <p14:creationId xmlns:p14="http://schemas.microsoft.com/office/powerpoint/2010/main" val="20031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792480" y="692617"/>
            <a:ext cx="5775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expr = </a:t>
            </a:r>
            <a:r>
              <a:rPr lang="en-US" sz="2000" dirty="0" err="1"/>
              <a:t>tf.matmul</a:t>
            </a:r>
            <a:r>
              <a:rPr lang="en-US" sz="2000" dirty="0"/>
              <a:t>(X,</a:t>
            </a:r>
            <a:r>
              <a:rPr lang="en-US" sz="2000" dirty="0">
                <a:solidFill>
                  <a:srgbClr val="C00000"/>
                </a:solidFill>
              </a:rPr>
              <a:t>W</a:t>
            </a:r>
            <a:r>
              <a:rPr lang="en-US" sz="2000" dirty="0"/>
              <a:t>) + </a:t>
            </a:r>
            <a:r>
              <a:rPr lang="en-US" sz="2000" dirty="0" smtClean="0">
                <a:solidFill>
                  <a:srgbClr val="C00000"/>
                </a:solidFill>
              </a:rPr>
              <a:t>b</a:t>
            </a:r>
          </a:p>
          <a:p>
            <a:r>
              <a:rPr lang="en-US" sz="2000" dirty="0"/>
              <a:t>print(expr)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83920" y="1560611"/>
            <a:ext cx="5134419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Tensor("add:0", shape=(2, 2), </a:t>
            </a:r>
            <a:r>
              <a:rPr lang="en-US" altLang="en-US" sz="2000" dirty="0" err="1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dtype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=float32) </a:t>
            </a:r>
          </a:p>
        </p:txBody>
      </p:sp>
    </p:spTree>
    <p:extLst>
      <p:ext uri="{BB962C8B-B14F-4D97-AF65-F5344CB8AC3E}">
        <p14:creationId xmlns:p14="http://schemas.microsoft.com/office/powerpoint/2010/main" val="331306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29845" y="777962"/>
            <a:ext cx="448603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</a:rPr>
              <a:t>sess</a:t>
            </a:r>
            <a:r>
              <a:rPr lang="en-US" sz="1600" dirty="0"/>
              <a:t> = </a:t>
            </a:r>
            <a:r>
              <a:rPr lang="en-US" sz="1600" dirty="0" err="1"/>
              <a:t>tf.Session</a:t>
            </a:r>
            <a:r>
              <a:rPr lang="en-US" sz="1600" dirty="0"/>
              <a:t>()</a:t>
            </a:r>
          </a:p>
          <a:p>
            <a:r>
              <a:rPr lang="en-US" sz="1600" dirty="0" err="1">
                <a:solidFill>
                  <a:srgbClr val="C00000"/>
                </a:solidFill>
              </a:rPr>
              <a:t>sess</a:t>
            </a:r>
            <a:r>
              <a:rPr lang="en-US" sz="1600" dirty="0" err="1"/>
              <a:t>.run</a:t>
            </a:r>
            <a:r>
              <a:rPr lang="en-US" sz="1600" dirty="0"/>
              <a:t> (</a:t>
            </a:r>
            <a:r>
              <a:rPr lang="en-US" sz="1600" dirty="0" err="1"/>
              <a:t>tf.global_variables_initializer</a:t>
            </a:r>
            <a:r>
              <a:rPr lang="en-US" sz="1600" dirty="0"/>
              <a:t>())</a:t>
            </a:r>
          </a:p>
          <a:p>
            <a:endParaRPr lang="en-US" sz="1600" dirty="0"/>
          </a:p>
          <a:p>
            <a:r>
              <a:rPr lang="en-US" sz="1600" dirty="0"/>
              <a:t>print(" === x data ===")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x_data</a:t>
            </a:r>
            <a:r>
              <a:rPr lang="en-US" sz="1600" dirty="0"/>
              <a:t>)</a:t>
            </a:r>
          </a:p>
          <a:p>
            <a:r>
              <a:rPr lang="en-US" sz="1600" dirty="0"/>
              <a:t>print(" === W ===")</a:t>
            </a:r>
          </a:p>
          <a:p>
            <a:r>
              <a:rPr lang="en-US" sz="1600" dirty="0"/>
              <a:t>print(</a:t>
            </a:r>
            <a:r>
              <a:rPr lang="en-US" sz="1600" dirty="0" err="1">
                <a:solidFill>
                  <a:srgbClr val="C00000"/>
                </a:solidFill>
              </a:rPr>
              <a:t>sess</a:t>
            </a:r>
            <a:r>
              <a:rPr lang="en-US" sz="1600" dirty="0" err="1"/>
              <a:t>.run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C00000"/>
                </a:solidFill>
              </a:rPr>
              <a:t>W</a:t>
            </a:r>
            <a:r>
              <a:rPr lang="en-US" sz="1600" dirty="0"/>
              <a:t>)) </a:t>
            </a:r>
          </a:p>
          <a:p>
            <a:r>
              <a:rPr lang="en-US" sz="1600" dirty="0"/>
              <a:t>print(" === b ===")</a:t>
            </a:r>
          </a:p>
          <a:p>
            <a:r>
              <a:rPr lang="en-US" sz="1600" dirty="0"/>
              <a:t>print(</a:t>
            </a:r>
            <a:r>
              <a:rPr lang="en-US" sz="1600" dirty="0" err="1">
                <a:solidFill>
                  <a:srgbClr val="C00000"/>
                </a:solidFill>
              </a:rPr>
              <a:t>sess</a:t>
            </a:r>
            <a:r>
              <a:rPr lang="en-US" sz="1600" dirty="0" err="1"/>
              <a:t>.run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C00000"/>
                </a:solidFill>
              </a:rPr>
              <a:t>b</a:t>
            </a:r>
            <a:r>
              <a:rPr lang="en-US" sz="1600" dirty="0"/>
              <a:t>)) </a:t>
            </a:r>
          </a:p>
          <a:p>
            <a:r>
              <a:rPr lang="en-US" sz="1600" dirty="0"/>
              <a:t>print(" === expr ===")</a:t>
            </a:r>
          </a:p>
          <a:p>
            <a:r>
              <a:rPr lang="en-US" sz="1600" dirty="0"/>
              <a:t>print(</a:t>
            </a:r>
            <a:r>
              <a:rPr lang="en-US" sz="1600" dirty="0" err="1">
                <a:solidFill>
                  <a:srgbClr val="C00000"/>
                </a:solidFill>
              </a:rPr>
              <a:t>sess</a:t>
            </a:r>
            <a:r>
              <a:rPr lang="en-US" sz="1600" dirty="0" err="1"/>
              <a:t>.run</a:t>
            </a:r>
            <a:r>
              <a:rPr lang="en-US" sz="1600" dirty="0"/>
              <a:t>(</a:t>
            </a:r>
            <a:r>
              <a:rPr lang="en-US" sz="1600" dirty="0">
                <a:solidFill>
                  <a:srgbClr val="C00000"/>
                </a:solidFill>
              </a:rPr>
              <a:t>expr</a:t>
            </a:r>
            <a:r>
              <a:rPr lang="en-US" sz="1600" dirty="0"/>
              <a:t>,  </a:t>
            </a:r>
            <a:r>
              <a:rPr lang="en-US" sz="1600" dirty="0" err="1"/>
              <a:t>feed_dict</a:t>
            </a:r>
            <a:r>
              <a:rPr lang="en-US" sz="1600" dirty="0"/>
              <a:t>={X: </a:t>
            </a:r>
            <a:r>
              <a:rPr lang="en-US" sz="1600" dirty="0" err="1"/>
              <a:t>x_data</a:t>
            </a:r>
            <a:r>
              <a:rPr lang="en-US" sz="1600" dirty="0"/>
              <a:t>})) </a:t>
            </a:r>
          </a:p>
          <a:p>
            <a:endParaRPr lang="en-US" sz="1600" dirty="0"/>
          </a:p>
          <a:p>
            <a:r>
              <a:rPr lang="en-US" sz="1600" dirty="0" err="1"/>
              <a:t>sess.close</a:t>
            </a:r>
            <a:r>
              <a:rPr lang="en-US" sz="1600" dirty="0"/>
              <a:t>()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222045" y="441901"/>
            <a:ext cx="3273332" cy="3385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=== x data </a:t>
            </a: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 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[[1, 2, 3], [4, 5, 6]]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=== W === </a:t>
            </a:r>
            <a:endParaRPr lang="en-US" altLang="en-US" sz="2000" dirty="0" smtClean="0">
              <a:solidFill>
                <a:srgbClr val="0000FF"/>
              </a:solidFill>
              <a:latin typeface="Arial Unicode MS" panose="020B0604020202020204" pitchFamily="50" charset="-127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[[ 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1.5674975 1.1554967 ]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[-0.98044693 -0.18680261]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[ 2.1845849 0.2875251 ]]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=== b === </a:t>
            </a:r>
            <a:endParaRPr lang="en-US" altLang="en-US" sz="2000" dirty="0" smtClean="0">
              <a:solidFill>
                <a:srgbClr val="0000FF"/>
              </a:solidFill>
              <a:latin typeface="Arial Unicode MS" panose="020B0604020202020204" pitchFamily="50" charset="-127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[[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0.32480603] [0.48454314]]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=== expr ===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[[ 6.4851646 1.9692729] </a:t>
            </a:r>
            <a:endParaRPr lang="en-US" altLang="en-US" sz="2000" dirty="0" smtClean="0">
              <a:solidFill>
                <a:srgbClr val="0000FF"/>
              </a:solidFill>
              <a:latin typeface="Arial Unicode MS" panose="020B0604020202020204" pitchFamily="50" charset="-127"/>
              <a:ea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[</a:t>
            </a:r>
            <a:r>
              <a:rPr lang="en-US" altLang="en-US" sz="2000" dirty="0">
                <a:solidFill>
                  <a:srgbClr val="0000FF"/>
                </a:solidFill>
                <a:latin typeface="Arial Unicode MS" panose="020B0604020202020204" pitchFamily="50" charset="-127"/>
                <a:ea typeface="Courier New" panose="02070309020205020404" pitchFamily="49" charset="0"/>
              </a:rPr>
              <a:t>14.959808 5.8976674]] </a:t>
            </a:r>
          </a:p>
        </p:txBody>
      </p:sp>
    </p:spTree>
    <p:extLst>
      <p:ext uri="{BB962C8B-B14F-4D97-AF65-F5344CB8AC3E}">
        <p14:creationId xmlns:p14="http://schemas.microsoft.com/office/powerpoint/2010/main" val="146074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281</Words>
  <Application>Microsoft Office PowerPoint</Application>
  <PresentationFormat>화면 슬라이드 쇼(16:9)</PresentationFormat>
  <Paragraphs>67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7" baseType="lpstr">
      <vt:lpstr>Arial Unicode MS</vt:lpstr>
      <vt:lpstr>Gill Sans</vt:lpstr>
      <vt:lpstr>Helvetica Neue</vt:lpstr>
      <vt:lpstr>Noto Sans Symbols</vt:lpstr>
      <vt:lpstr>Arial</vt:lpstr>
      <vt:lpstr>Calibri</vt:lpstr>
      <vt:lpstr>Courier New</vt:lpstr>
      <vt:lpstr>Simple Light</vt:lpstr>
      <vt:lpstr>White</vt:lpstr>
      <vt:lpstr>TensorFlow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6 Softmax Classifier</dc:title>
  <dc:creator>enrjfenrjf</dc:creator>
  <cp:lastModifiedBy>Park</cp:lastModifiedBy>
  <cp:revision>60</cp:revision>
  <cp:lastPrinted>2018-06-02T13:06:46Z</cp:lastPrinted>
  <dcterms:modified xsi:type="dcterms:W3CDTF">2018-06-02T13:07:41Z</dcterms:modified>
</cp:coreProperties>
</file>